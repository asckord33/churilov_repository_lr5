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8219" y="1489435"/>
            <a:ext cx="11378152" cy="2633287"/>
          </a:xfrm>
        </p:spPr>
        <p:txBody>
          <a:bodyPr/>
          <a:lstStyle/>
          <a:p>
            <a:pPr algn="ctr"/>
            <a: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  <a:t>ПРЕЗЕНТАЦИЯ</a:t>
            </a:r>
            <a:b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  <a:t>по дисциплине: «МДК 01.0</a:t>
            </a:r>
            <a:r>
              <a:rPr lang="en-US" sz="44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  <a:t>»</a:t>
            </a:r>
            <a:b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ru-RU" sz="4400" dirty="0">
                <a:solidFill>
                  <a:schemeClr val="tx1"/>
                </a:solidFill>
                <a:cs typeface="Times New Roman" panose="02020603050405020304" pitchFamily="18" charset="0"/>
              </a:rPr>
              <a:t>Тема: «</a:t>
            </a:r>
            <a:r>
              <a:rPr lang="ru-RU" sz="44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Калькулятор процентов с режимами»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121458"/>
            <a:ext cx="8825658" cy="17365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Студент группы П-23</a:t>
            </a:r>
          </a:p>
          <a:p>
            <a:r>
              <a:rPr lang="ru-RU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Чурилов </a:t>
            </a:r>
            <a:r>
              <a:rPr lang="ru-RU" dirty="0" err="1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м.С</a:t>
            </a:r>
            <a:r>
              <a:rPr lang="ru-RU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r>
              <a:rPr lang="ru-RU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Преподаватель</a:t>
            </a:r>
            <a:r>
              <a:rPr lang="ru-RU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Забродин А.М</a:t>
            </a:r>
            <a:r>
              <a:rPr lang="ru-RU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51189" y="355548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+mj-lt"/>
                <a:cs typeface="Times New Roman" panose="02020603050405020304" pitchFamily="18" charset="0"/>
              </a:rPr>
              <a:t>ГБПОУ ВО «</a:t>
            </a:r>
            <a:r>
              <a:rPr lang="ru-RU" sz="2400" dirty="0" err="1">
                <a:latin typeface="+mj-lt"/>
                <a:cs typeface="Times New Roman" panose="02020603050405020304" pitchFamily="18" charset="0"/>
              </a:rPr>
              <a:t>Кольчугинский</a:t>
            </a:r>
            <a:r>
              <a:rPr lang="ru-RU" sz="2400" dirty="0">
                <a:latin typeface="+mj-lt"/>
                <a:cs typeface="Times New Roman" panose="02020603050405020304" pitchFamily="18" charset="0"/>
              </a:rPr>
              <a:t> Политехнический Колледж»</a:t>
            </a:r>
          </a:p>
        </p:txBody>
      </p:sp>
    </p:spTree>
    <p:extLst>
      <p:ext uri="{BB962C8B-B14F-4D97-AF65-F5344CB8AC3E}">
        <p14:creationId xmlns:p14="http://schemas.microsoft.com/office/powerpoint/2010/main" val="401829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591005"/>
            <a:ext cx="8946541" cy="2471948"/>
          </a:xfrm>
        </p:spPr>
        <p:txBody>
          <a:bodyPr/>
          <a:lstStyle/>
          <a:p>
            <a:r>
              <a:rPr lang="ru-RU" sz="2400" dirty="0" smtClean="0"/>
              <a:t>Интерфейс</a:t>
            </a:r>
          </a:p>
          <a:p>
            <a:r>
              <a:rPr lang="ru-RU" sz="2400" dirty="0"/>
              <a:t>Работа </a:t>
            </a:r>
            <a:r>
              <a:rPr lang="ru-RU" sz="2400" dirty="0" smtClean="0"/>
              <a:t>программы</a:t>
            </a:r>
          </a:p>
          <a:p>
            <a:r>
              <a:rPr lang="ru-RU" sz="2400" dirty="0" smtClean="0"/>
              <a:t>Исключения</a:t>
            </a:r>
          </a:p>
          <a:p>
            <a:r>
              <a:rPr lang="ru-RU" sz="2400" dirty="0"/>
              <a:t>Заключение</a:t>
            </a:r>
            <a:endParaRPr lang="ru-RU" sz="24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244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3278"/>
          </a:xfrm>
        </p:spPr>
        <p:txBody>
          <a:bodyPr/>
          <a:lstStyle/>
          <a:p>
            <a:r>
              <a:rPr lang="ru-RU" dirty="0" smtClean="0"/>
              <a:t>Интерфейс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38101"/>
            <a:ext cx="6277851" cy="32198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70" y="4389058"/>
            <a:ext cx="4001058" cy="1105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6111" y="1361329"/>
            <a:ext cx="8375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Пользователь может вписать начальное число, выбор режима (От числа, на сколько % изменилось, наценка</a:t>
            </a:r>
            <a:r>
              <a:rPr lang="en-US" sz="2400" dirty="0" smtClean="0"/>
              <a:t>/</a:t>
            </a:r>
            <a:r>
              <a:rPr lang="ru-RU" sz="2400" dirty="0" smtClean="0"/>
              <a:t>скидка), а также ввод процента.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6643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4169"/>
          </a:xfrm>
        </p:spPr>
        <p:txBody>
          <a:bodyPr/>
          <a:lstStyle/>
          <a:p>
            <a:r>
              <a:rPr lang="ru-RU" dirty="0" smtClean="0"/>
              <a:t>Работа программы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3214232"/>
            <a:ext cx="3291178" cy="183852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388" y="3228406"/>
            <a:ext cx="3279299" cy="182434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28" y="3214232"/>
            <a:ext cx="3313412" cy="1862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111" y="2677212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 числа: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488388" y="2677212"/>
            <a:ext cx="326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 сколько % изменилось: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394128" y="2686638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Наценка</a:t>
            </a:r>
            <a:r>
              <a:rPr lang="en-US" dirty="0" smtClean="0"/>
              <a:t>/</a:t>
            </a:r>
            <a:r>
              <a:rPr lang="ru-RU" dirty="0" smtClean="0"/>
              <a:t>скидка: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46111" y="1442301"/>
            <a:ext cx="5349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У калькулятора есть три режима: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576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Исключения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366705"/>
            <a:ext cx="8516743" cy="1225666"/>
          </a:xfrm>
        </p:spPr>
        <p:txBody>
          <a:bodyPr>
            <a:noAutofit/>
          </a:bodyPr>
          <a:lstStyle/>
          <a:p>
            <a:r>
              <a:rPr lang="ru-RU" sz="2400" dirty="0" smtClean="0"/>
              <a:t>В случает если пользователь вводит неправильные данные в «Начальное значение», то программа выводит – Введите корректное чисто.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4579343"/>
            <a:ext cx="3737353" cy="20811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64676" y="2767235"/>
            <a:ext cx="80473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случает если пользователь вводит неправильные данные в «Начальное </a:t>
            </a:r>
            <a:r>
              <a:rPr lang="ru-RU" sz="2400" dirty="0" smtClean="0"/>
              <a:t>число», </a:t>
            </a:r>
            <a:r>
              <a:rPr lang="ru-RU" sz="2400" dirty="0"/>
              <a:t>то программа выводит – Введите </a:t>
            </a:r>
            <a:r>
              <a:rPr lang="ru-RU" sz="2400" dirty="0" smtClean="0"/>
              <a:t>корректный процент.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50" y="4579343"/>
            <a:ext cx="3770721" cy="20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9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4742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525017"/>
            <a:ext cx="11335357" cy="46024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4200" dirty="0" smtClean="0"/>
              <a:t>Эта </a:t>
            </a:r>
            <a:r>
              <a:rPr lang="ru-RU" sz="4200" dirty="0"/>
              <a:t>программа — простое и удобное приложение для выполнения базовых расчетов с процентами. Пользователю предоставляются три режима работы, что делает её универсальной для различных задач:</a:t>
            </a:r>
          </a:p>
          <a:p>
            <a:r>
              <a:rPr lang="ru-RU" sz="4200" dirty="0"/>
              <a:t>Расчет процента от числа</a:t>
            </a:r>
          </a:p>
          <a:p>
            <a:r>
              <a:rPr lang="ru-RU" sz="4200" dirty="0"/>
              <a:t>Определение изменения числа на заданный процент</a:t>
            </a:r>
          </a:p>
          <a:p>
            <a:r>
              <a:rPr lang="ru-RU" sz="4200" dirty="0"/>
              <a:t>Расчет наценки или скидки</a:t>
            </a:r>
          </a:p>
          <a:p>
            <a:pPr marL="0" indent="0">
              <a:buNone/>
            </a:pPr>
            <a:endParaRPr lang="ru-RU" sz="4200" dirty="0" smtClean="0"/>
          </a:p>
          <a:p>
            <a:pPr marL="0" indent="0">
              <a:buNone/>
            </a:pPr>
            <a:r>
              <a:rPr lang="ru-RU" sz="4200" dirty="0" smtClean="0"/>
              <a:t>Главные </a:t>
            </a:r>
            <a:r>
              <a:rPr lang="ru-RU" sz="4200" dirty="0"/>
              <a:t>достоинства:</a:t>
            </a:r>
          </a:p>
          <a:p>
            <a:pPr marL="0" indent="0">
              <a:buNone/>
            </a:pPr>
            <a:r>
              <a:rPr lang="ru-RU" sz="4200" dirty="0"/>
              <a:t>Простота интерфейса — минимальное число элементов, понятные поля ввода и результат.</a:t>
            </a:r>
          </a:p>
          <a:p>
            <a:r>
              <a:rPr lang="ru-RU" sz="4200" dirty="0"/>
              <a:t>Автоматическая переработка данных — расчет происходит сразу после изменения данных, что удобно для быстрого получения результата.</a:t>
            </a:r>
          </a:p>
          <a:p>
            <a:r>
              <a:rPr lang="ru-RU" sz="4200" dirty="0"/>
              <a:t>Обработка ошибок — при вводе некорректных данных пользователь видит понятное сообщение, программа не падает.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760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163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Ион</vt:lpstr>
      <vt:lpstr>ПРЕЗЕНТАЦИЯ по дисциплине: «МДК 01.01» Тема: «Калькулятор процентов с режимами»</vt:lpstr>
      <vt:lpstr>Содержание</vt:lpstr>
      <vt:lpstr>Интерфейс</vt:lpstr>
      <vt:lpstr>Работа программы</vt:lpstr>
      <vt:lpstr>Исключения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дисциплине: «МДК 01.01» Тема: «Калькулятор процентов»</dc:title>
  <dc:creator>Чурилов Максим8А</dc:creator>
  <cp:lastModifiedBy>Чурилов Максим8А</cp:lastModifiedBy>
  <cp:revision>6</cp:revision>
  <dcterms:created xsi:type="dcterms:W3CDTF">2026-02-20T21:02:06Z</dcterms:created>
  <dcterms:modified xsi:type="dcterms:W3CDTF">2026-02-20T21:53:07Z</dcterms:modified>
</cp:coreProperties>
</file>